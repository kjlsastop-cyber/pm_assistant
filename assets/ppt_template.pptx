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103120"/>
            <a:ext cx="9601200" cy="1463040"/>
          </a:xfrm>
        </p:spPr>
        <p:txBody>
          <a:bodyPr/>
          <a:lstStyle/>
          <a:p>
            <a:pPr algn="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57600"/>
            <a:ext cx="9601200" cy="731520"/>
          </a:xfrm>
        </p:spPr>
        <p:txBody>
          <a:bodyPr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303520"/>
            <a:ext cx="2011680" cy="20116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577840"/>
            <a:ext cx="1280160" cy="1280160"/>
          </a:xfrm>
          <a:prstGeom prst="ellipse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3200"/>
            <a:ext cx="9144000" cy="1371600"/>
          </a:xfrm>
        </p:spPr>
        <p:txBody>
          <a:bodyPr/>
          <a:lstStyle/>
          <a:p>
            <a:pPr algn="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4480560"/>
            <a:ext cx="9144000" cy="731520"/>
          </a:xfrm>
        </p:spPr>
        <p:txBody>
          <a:bodyPr/>
          <a:lstStyle/>
          <a:p>
            <a:pPr algn="l"/>
          </a:p>
        </p:txBody>
      </p:sp>
      <p:sp>
        <p:nvSpPr>
          <p:cNvPr id="4" name="Oval 3"/>
          <p:cNvSpPr/>
          <p:nvPr/>
        </p:nvSpPr>
        <p:spPr>
          <a:xfrm>
            <a:off x="9601200" y="-1371600"/>
            <a:ext cx="5486400" cy="5486400"/>
          </a:xfrm>
          <a:prstGeom prst="ellipse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94360"/>
            <a:ext cx="10515600" cy="822960"/>
          </a:xfrm>
        </p:spPr>
        <p:txBody>
          <a:bodyPr/>
          <a:lstStyle/>
          <a:p>
            <a:pPr algn="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83080"/>
            <a:ext cx="10058400" cy="4389120"/>
          </a:xfrm>
        </p:spPr>
        <p:txBody>
          <a:bodyPr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45720" cy="4389120"/>
          </a:xfrm>
          <a:prstGeom prst="rect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losingPH0"/>
          <p:cNvSpPr/>
          <p:nvSpPr>
            <p:ph type="1" idx="0"/>
          </p:nvSpPr>
        </p:nvSpPr>
        <p:spPr>
          <a:xfrm>
            <a:off x="1254191040000" y="2341156608000"/>
            <a:ext cx="8612111808000" cy="1003352832000"/>
          </a:xfrm>
          <a:prstGeom prst="rect"/>
        </p:spPr>
        <p:txBody>
          <a:bodyPr/>
          <a:lstStyle/>
          <a:p>
            <a:r>
              <a:rPr sz="4400" b="1" latin="微软雅黑" ea="微软雅黑">
                <a:solidFill/>
                <a:solidFill>
                  <a:srgbClr val="FFFFFF"/>
                </a:solidFill>
              </a:rPr>
              <a:t>感谢聆听</a:t>
            </a:r>
          </a:p>
        </p:txBody>
      </p:sp>
      <p:sp>
        <p:nvSpPr>
          <p:cNvPr id="101" name="ClosingPH1"/>
          <p:cNvSpPr/>
          <p:nvSpPr>
            <p:ph type="2" idx="1"/>
          </p:nvSpPr>
        </p:nvSpPr>
        <p:spPr>
          <a:xfrm>
            <a:off x="1254191040000" y="3511734912000"/>
            <a:ext cx="8612111808000" cy="668901888000"/>
          </a:xfrm>
          <a:prstGeom prst="rect"/>
        </p:spPr>
        <p:txBody>
          <a:bodyPr/>
          <a:lstStyle/>
          <a:p>
            <a:r>
              <a:rPr sz="2000" b="0" latin="微软雅黑" ea="微软雅黑">
                <a:solidFill/>
                <a:solidFill>
                  <a:srgbClr val="F2B95C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