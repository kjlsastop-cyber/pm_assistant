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5303520"/>
            <a:ext cx="2011680" cy="20116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577840"/>
            <a:ext cx="1280160" cy="128016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200" b="1">
                <a:solidFill>
                  <a:srgbClr val="1E3A5F"/>
                </a:solidFill>
                <a:latin typeface="微软雅黑"/>
              </a:defRPr>
            </a:pPr>
            <a: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576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8A7A5F"/>
                </a:solidFill>
                <a:latin typeface="微软雅黑"/>
              </a:defRPr>
            </a:pPr>
            <a:r>
              <a:t>{{SUBTITLE}}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343400"/>
            <a:ext cx="2286000" cy="54864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62179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8A7A5F"/>
                </a:solidFill>
                <a:latin typeface="微软雅黑"/>
              </a:defRPr>
            </a:pPr>
            <a:r>
              <a:t>🐧 由咕咕嘎嘎助手生成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486400" cy="548640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200400" cy="32004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0" b="1">
                <a:solidFill>
                  <a:srgbClr val="F2B95C"/>
                </a:solidFill>
                <a:latin typeface="微软雅黑"/>
              </a:defRPr>
            </a:pPr>
            <a:r>
              <a:t>{{SECTION_NUM}}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{{SECTION_TITLE}}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0">
                <a:solidFill>
                  <a:srgbClr val="CCD5E0"/>
                </a:solidFill>
                <a:latin typeface="微软雅黑"/>
              </a:defRPr>
            </a:pPr>
            <a:r>
              <a:t>{{SECTION_DESC}}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{{TITLE}}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1645920" cy="64008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91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{{PAGE_NUM}}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45720" cy="4389120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微软雅黑"/>
              </a:defRPr>
            </a:pPr>
            <a:r>
              <a:t>{{BULLETS}}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8A7A5F"/>
                </a:solidFill>
                <a:latin typeface="微软雅黑"/>
              </a:defRPr>
            </a:pPr>
            <a:r>
              <a:t>{{NOTES}}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4114800" cy="41148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{{CLOSING_TITLE}}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0">
                <a:solidFill>
                  <a:srgbClr val="F2B95C"/>
                </a:solidFill>
                <a:latin typeface="微软雅黑"/>
              </a:defRPr>
            </a:pPr>
            <a:r>
              <a:t>{{CLOSING_SUBTITLE}}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54864"/>
          </a:xfrm>
          <a:prstGeom prst="rect">
            <a:avLst/>
          </a:prstGeom>
          <a:solidFill>
            <a:srgbClr val="F2B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0">
                <a:solidFill>
                  <a:srgbClr val="8A7A5F"/>
                </a:solidFill>
                <a:latin typeface="微软雅黑"/>
              </a:defRPr>
            </a:pPr>
            <a:r>
              <a:t>🐧 咕咕嘎嘎 · PM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